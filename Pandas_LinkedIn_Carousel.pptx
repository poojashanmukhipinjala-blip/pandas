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SCIENTISTS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 Pandas Methods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read_csv()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Datetime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749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highlights from my full Pandas Mini Textbook — real business examples for every level.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6419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649224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31136" y="6419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6492240"/>
            <a:ext cx="219456" cy="21945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42816" y="6419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8229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Pandas Runs Every Analytics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I/O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0428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CSV, Excel, SQL, JSON, and Parquet — the format doesn't matter.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383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Real Data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81304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and messy types are a few method calls away from fixed.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892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32180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pivot tables, and datetime tools turn raw rows into reportable KPIs.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99516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7086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7086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covered in the full Pandas Mini Textbook — this carousel covers the top 30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Pandas 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68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86207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sales or transaction data into a DataFrame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9410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794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1879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summary stats for every numeric column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52669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120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df.loc[]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5138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rows and columns by label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3093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65928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64465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68397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customers or products by any metric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File to First Insight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pd.read_csv("sales.csv")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top5 = df.sort_values(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"amount", ascending=False).head()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take you from a raw file to your top 5 orders.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&amp; Combining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68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86207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per region in one 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941064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794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1879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orders with customer details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5266944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120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df.pivot_table()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5138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sales-by-month-by-region summary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3093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6592824"/>
            <a:ext cx="109728" cy="10972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64465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df.value_counts()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68397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orders per category instantly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Regional Report, One Chain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= pd.merge(orders, customers,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on="customer_id", how="left")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orders.groupby("region").agg(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total=("amount", "sum"))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group, and aggregate — no spreadsheet VLOOKUP required.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&amp; Advanced Reshaping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68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df.resample()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86207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daily sales up into monthly totals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941064"/>
            <a:ext cx="109728" cy="109728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794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df.rolling()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18795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moving average of revenue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5266944"/>
            <a:ext cx="109728" cy="109728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5120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pd.merge_asof()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5138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trades to the nearest quote timestamp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3093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6592824"/>
            <a:ext cx="109728" cy="109728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64465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df.melt() / pivot()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68397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wide reports into tidy long format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56032" cy="25603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630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Daily Data Into Trend Lines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df["date"] = pd.to_datetime(df["date"])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= df.set_index("date")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.resample("ME")["amount"].sum()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df["ma7"] = df["amount"].rolling(7).mean()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skills behind every finance dashboard's trend chart.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493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— CHEAT SHEET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Easy Methods to Start With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691640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transaction or sales data from a CSV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14016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/ tail()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414016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preview of a new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13639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136392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column types &amp; missing values at a glance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58768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858768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summary stats for numeric columns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81144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581144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581144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 count of any dataset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303520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df["col"]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5303520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single column out of a DataFrame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025896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6025896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6025896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rows and columns by label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74827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6748272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transactions or customers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7470648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7470648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7470648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customer records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8193024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8193024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revenue or rating values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493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CHEAT SHEET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Methods to Group &amp; Combine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691640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per region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14016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df.agg()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414016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KPIs per group in one call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13639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df.pivot_table()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136392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Sales-by-month-by-region summary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58768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858768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orders with customer details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81144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581144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df.query()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581144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with readable conditions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303520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.str.contains()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5303520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matching a keyword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025896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6025896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df.value_counts()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6025896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orders per category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74827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df.apply()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6748272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per-row business logic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7470648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7470648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7470648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monthly data into one dataset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8193024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df.rank()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8193024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sales reps by performance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56032" cy="25603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32688" y="493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— CHEAT SHEET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Methods for Time Series &amp; Modeling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pd.to_datetime() + .dt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691640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 and extract date parts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14016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df.resample()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414016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daily sales up into monthly totals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13639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df.rolling()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136392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moving average of revenue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58768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df.shift() / diff()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858768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 calculations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81144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581144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pd.merge_asof()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581144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trades to the nearest quote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303520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df.pivot() / melt()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5303520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wide reports to long format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025896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6025896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df.stack() / unstack()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6025896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MultiIndex hierarchical data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74827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df.transform()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6748272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group-level stats back onto every row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7470648"/>
            <a:ext cx="8046720" cy="72237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7470648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df.explode()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7470648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 list-of-tags column into rows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8193024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8193024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across all KPIs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All 91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Methods? 📘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carousel covers the top 30. My full Pandas Mini Textbook has all 91 — every method with a plain-English explanation, code, and sample output.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4956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5029200"/>
            <a:ext cx="219456" cy="21945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31136" y="4956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5029200"/>
            <a:ext cx="219456" cy="219456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42816" y="4956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126480"/>
            <a:ext cx="8046720" cy="1463040"/>
          </a:xfrm>
          <a:prstGeom prst="roundRect">
            <a:avLst>
              <a:gd name="adj" fmla="val 7500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63093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do you use most in your daily work?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67665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 the comments 👇 — and follow for more Python &amp; Data Science breakdowns.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2026-09-26T05:03:46Z</dcterms:created>
  <dcterms:modified xsi:type="dcterms:W3CDTF">2026-09-26T05:03:46Z</dcterms:modified>
</cp:coreProperties>
</file>